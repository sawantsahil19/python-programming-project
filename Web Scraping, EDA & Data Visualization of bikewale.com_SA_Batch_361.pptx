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7" r:id="rId10"/>
    <p:sldId id="278" r:id="rId11"/>
    <p:sldId id="266" r:id="rId12"/>
    <p:sldId id="270" r:id="rId13"/>
    <p:sldId id="271" r:id="rId14"/>
    <p:sldId id="268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59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Lato Black" panose="020B0604020202020204" charset="0"/>
      <p:bold r:id="rId29"/>
      <p:boldItalic r:id="rId30"/>
    </p:embeddedFont>
    <p:embeddedFont>
      <p:font typeface="Libre Baskerville" panose="020B0604020202020204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bcc01cd6660d2ee" providerId="LiveId" clId="{149826F3-45F5-4894-AE8C-75C7D9E5DA65}"/>
    <pc:docChg chg="undo redo custSel addSld delSld modSld sldOrd">
      <pc:chgData name="" userId="8bcc01cd6660d2ee" providerId="LiveId" clId="{149826F3-45F5-4894-AE8C-75C7D9E5DA65}" dt="2025-05-05T17:57:16.738" v="5427" actId="20577"/>
      <pc:docMkLst>
        <pc:docMk/>
      </pc:docMkLst>
      <pc:sldChg chg="addSp delSp modSp">
        <pc:chgData name="" userId="8bcc01cd6660d2ee" providerId="LiveId" clId="{149826F3-45F5-4894-AE8C-75C7D9E5DA65}" dt="2025-05-04T17:09:02.037" v="3998" actId="20577"/>
        <pc:sldMkLst>
          <pc:docMk/>
          <pc:sldMk cId="0" sldId="256"/>
        </pc:sldMkLst>
        <pc:spChg chg="add del mod">
          <ac:chgData name="" userId="8bcc01cd6660d2ee" providerId="LiveId" clId="{149826F3-45F5-4894-AE8C-75C7D9E5DA65}" dt="2025-05-03T18:14:57.140" v="108"/>
          <ac:spMkLst>
            <pc:docMk/>
            <pc:sldMk cId="0" sldId="256"/>
            <ac:spMk id="2" creationId="{B9A3C77F-C3D1-4839-A9FF-EA29876DCDAB}"/>
          </ac:spMkLst>
        </pc:spChg>
        <pc:spChg chg="add mod">
          <ac:chgData name="" userId="8bcc01cd6660d2ee" providerId="LiveId" clId="{149826F3-45F5-4894-AE8C-75C7D9E5DA65}" dt="2025-05-04T17:09:02.037" v="3998" actId="20577"/>
          <ac:spMkLst>
            <pc:docMk/>
            <pc:sldMk cId="0" sldId="256"/>
            <ac:spMk id="2" creationId="{C5A6809F-4451-41EB-BA2C-5AA946B2787E}"/>
          </ac:spMkLst>
        </pc:spChg>
        <pc:spChg chg="add mod">
          <ac:chgData name="" userId="8bcc01cd6660d2ee" providerId="LiveId" clId="{149826F3-45F5-4894-AE8C-75C7D9E5DA65}" dt="2025-05-04T10:34:15.151" v="1529" actId="1076"/>
          <ac:spMkLst>
            <pc:docMk/>
            <pc:sldMk cId="0" sldId="256"/>
            <ac:spMk id="3" creationId="{C00A2FE9-DFF4-4044-BE8C-9D75523EFC08}"/>
          </ac:spMkLst>
        </pc:spChg>
        <pc:spChg chg="add mod">
          <ac:chgData name="" userId="8bcc01cd6660d2ee" providerId="LiveId" clId="{149826F3-45F5-4894-AE8C-75C7D9E5DA65}" dt="2025-05-04T09:26:40.996" v="530" actId="20577"/>
          <ac:spMkLst>
            <pc:docMk/>
            <pc:sldMk cId="0" sldId="256"/>
            <ac:spMk id="4" creationId="{9B842284-0F5C-4A41-9C9D-90198BDF75AE}"/>
          </ac:spMkLst>
        </pc:spChg>
        <pc:spChg chg="del">
          <ac:chgData name="" userId="8bcc01cd6660d2ee" providerId="LiveId" clId="{149826F3-45F5-4894-AE8C-75C7D9E5DA65}" dt="2025-05-03T18:08:32.525" v="0" actId="478"/>
          <ac:spMkLst>
            <pc:docMk/>
            <pc:sldMk cId="0" sldId="256"/>
            <ac:spMk id="99" creationId="{00000000-0000-0000-0000-000000000000}"/>
          </ac:spMkLst>
        </pc:spChg>
        <pc:picChg chg="add mod">
          <ac:chgData name="" userId="8bcc01cd6660d2ee" providerId="LiveId" clId="{149826F3-45F5-4894-AE8C-75C7D9E5DA65}" dt="2025-05-04T10:34:29.951" v="1530" actId="1076"/>
          <ac:picMkLst>
            <pc:docMk/>
            <pc:sldMk cId="0" sldId="256"/>
            <ac:picMk id="6" creationId="{E99E0F07-3730-481B-BE66-A06DB1309E0F}"/>
          </ac:picMkLst>
        </pc:picChg>
        <pc:picChg chg="mod">
          <ac:chgData name="" userId="8bcc01cd6660d2ee" providerId="LiveId" clId="{149826F3-45F5-4894-AE8C-75C7D9E5DA65}" dt="2025-05-03T18:13:12.658" v="96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modSp">
        <pc:chgData name="" userId="8bcc01cd6660d2ee" providerId="LiveId" clId="{149826F3-45F5-4894-AE8C-75C7D9E5DA65}" dt="2025-05-05T17:57:16.738" v="5427" actId="20577"/>
        <pc:sldMkLst>
          <pc:docMk/>
          <pc:sldMk cId="0" sldId="257"/>
        </pc:sldMkLst>
        <pc:spChg chg="mod">
          <ac:chgData name="" userId="8bcc01cd6660d2ee" providerId="LiveId" clId="{149826F3-45F5-4894-AE8C-75C7D9E5DA65}" dt="2025-05-05T17:57:16.738" v="5427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" userId="8bcc01cd6660d2ee" providerId="LiveId" clId="{149826F3-45F5-4894-AE8C-75C7D9E5DA65}" dt="2025-05-04T09:28:21.852" v="569" actId="20577"/>
          <ac:spMkLst>
            <pc:docMk/>
            <pc:sldMk cId="0" sldId="257"/>
            <ac:spMk id="105" creationId="{00000000-0000-0000-0000-000000000000}"/>
          </ac:spMkLst>
        </pc:spChg>
      </pc:sldChg>
      <pc:sldChg chg="del ord">
        <pc:chgData name="" userId="8bcc01cd6660d2ee" providerId="LiveId" clId="{149826F3-45F5-4894-AE8C-75C7D9E5DA65}" dt="2025-05-04T17:52:41.501" v="4621" actId="2696"/>
        <pc:sldMkLst>
          <pc:docMk/>
          <pc:sldMk cId="0" sldId="258"/>
        </pc:sldMkLst>
      </pc:sldChg>
      <pc:sldChg chg="addSp delSp modSp add del">
        <pc:chgData name="" userId="8bcc01cd6660d2ee" providerId="LiveId" clId="{149826F3-45F5-4894-AE8C-75C7D9E5DA65}" dt="2025-05-05T06:57:42.305" v="4885" actId="2696"/>
        <pc:sldMkLst>
          <pc:docMk/>
          <pc:sldMk cId="1305208781" sldId="260"/>
        </pc:sldMkLst>
        <pc:spChg chg="add mod">
          <ac:chgData name="" userId="8bcc01cd6660d2ee" providerId="LiveId" clId="{149826F3-45F5-4894-AE8C-75C7D9E5DA65}" dt="2025-05-04T10:47:07.306" v="1608" actId="1076"/>
          <ac:spMkLst>
            <pc:docMk/>
            <pc:sldMk cId="1305208781" sldId="260"/>
            <ac:spMk id="2" creationId="{EC527F0C-E894-4C70-8A27-BFE1F112BED2}"/>
          </ac:spMkLst>
        </pc:spChg>
        <pc:spChg chg="add mod">
          <ac:chgData name="" userId="8bcc01cd6660d2ee" providerId="LiveId" clId="{149826F3-45F5-4894-AE8C-75C7D9E5DA65}" dt="2025-05-04T10:47:47.206" v="1637" actId="20577"/>
          <ac:spMkLst>
            <pc:docMk/>
            <pc:sldMk cId="1305208781" sldId="260"/>
            <ac:spMk id="3" creationId="{84CD05F9-8281-4D74-BF4B-448C13C3FE5A}"/>
          </ac:spMkLst>
        </pc:spChg>
        <pc:spChg chg="add del mod">
          <ac:chgData name="" userId="8bcc01cd6660d2ee" providerId="LiveId" clId="{149826F3-45F5-4894-AE8C-75C7D9E5DA65}" dt="2025-05-04T10:21:43.366" v="1407"/>
          <ac:spMkLst>
            <pc:docMk/>
            <pc:sldMk cId="1305208781" sldId="260"/>
            <ac:spMk id="4" creationId="{ED583FB3-55D6-4C2C-8FA9-1973C9F9C42D}"/>
          </ac:spMkLst>
        </pc:spChg>
        <pc:spChg chg="add mod">
          <ac:chgData name="" userId="8bcc01cd6660d2ee" providerId="LiveId" clId="{149826F3-45F5-4894-AE8C-75C7D9E5DA65}" dt="2025-05-04T10:36:55.554" v="1542" actId="1076"/>
          <ac:spMkLst>
            <pc:docMk/>
            <pc:sldMk cId="1305208781" sldId="260"/>
            <ac:spMk id="5" creationId="{8E4B4745-D0F7-4E09-9A6A-68959C764FA8}"/>
          </ac:spMkLst>
        </pc:spChg>
        <pc:spChg chg="add mod">
          <ac:chgData name="" userId="8bcc01cd6660d2ee" providerId="LiveId" clId="{149826F3-45F5-4894-AE8C-75C7D9E5DA65}" dt="2025-05-04T10:37:02.796" v="1543" actId="1076"/>
          <ac:spMkLst>
            <pc:docMk/>
            <pc:sldMk cId="1305208781" sldId="260"/>
            <ac:spMk id="6" creationId="{82027F92-2E90-434B-AA42-943ADC215444}"/>
          </ac:spMkLst>
        </pc:spChg>
        <pc:spChg chg="add mod">
          <ac:chgData name="" userId="8bcc01cd6660d2ee" providerId="LiveId" clId="{149826F3-45F5-4894-AE8C-75C7D9E5DA65}" dt="2025-05-04T10:39:14.762" v="1594"/>
          <ac:spMkLst>
            <pc:docMk/>
            <pc:sldMk cId="1305208781" sldId="260"/>
            <ac:spMk id="7" creationId="{CA29EBD7-F073-40BA-B6AA-434A34383BEA}"/>
          </ac:spMkLst>
        </pc:spChg>
        <pc:spChg chg="add mod">
          <ac:chgData name="" userId="8bcc01cd6660d2ee" providerId="LiveId" clId="{149826F3-45F5-4894-AE8C-75C7D9E5DA65}" dt="2025-05-04T10:38:34.016" v="1586" actId="1076"/>
          <ac:spMkLst>
            <pc:docMk/>
            <pc:sldMk cId="1305208781" sldId="260"/>
            <ac:spMk id="8" creationId="{85C28FD1-23E2-4F56-8642-89C56F18E635}"/>
          </ac:spMkLst>
        </pc:spChg>
        <pc:spChg chg="add mod">
          <ac:chgData name="" userId="8bcc01cd6660d2ee" providerId="LiveId" clId="{149826F3-45F5-4894-AE8C-75C7D9E5DA65}" dt="2025-05-04T10:40:44.393" v="1602" actId="2710"/>
          <ac:spMkLst>
            <pc:docMk/>
            <pc:sldMk cId="1305208781" sldId="260"/>
            <ac:spMk id="9" creationId="{3ACA7349-E83D-4634-A3CC-B1A80F575486}"/>
          </ac:spMkLst>
        </pc:spChg>
      </pc:sldChg>
      <pc:sldChg chg="addSp delSp modSp add">
        <pc:chgData name="" userId="8bcc01cd6660d2ee" providerId="LiveId" clId="{149826F3-45F5-4894-AE8C-75C7D9E5DA65}" dt="2025-05-04T11:01:17.320" v="1872" actId="207"/>
        <pc:sldMkLst>
          <pc:docMk/>
          <pc:sldMk cId="2842173889" sldId="261"/>
        </pc:sldMkLst>
        <pc:spChg chg="add del">
          <ac:chgData name="" userId="8bcc01cd6660d2ee" providerId="LiveId" clId="{149826F3-45F5-4894-AE8C-75C7D9E5DA65}" dt="2025-05-04T10:46:35.594" v="1604" actId="478"/>
          <ac:spMkLst>
            <pc:docMk/>
            <pc:sldMk cId="2842173889" sldId="261"/>
            <ac:spMk id="2" creationId="{544024C5-7093-4153-B4E2-7947DA582E6E}"/>
          </ac:spMkLst>
        </pc:spChg>
        <pc:spChg chg="add mod">
          <ac:chgData name="" userId="8bcc01cd6660d2ee" providerId="LiveId" clId="{149826F3-45F5-4894-AE8C-75C7D9E5DA65}" dt="2025-05-04T10:47:22.310" v="1635" actId="20577"/>
          <ac:spMkLst>
            <pc:docMk/>
            <pc:sldMk cId="2842173889" sldId="261"/>
            <ac:spMk id="3" creationId="{52EC2D3E-0F54-43C6-B23E-95FE7094CB01}"/>
          </ac:spMkLst>
        </pc:spChg>
        <pc:spChg chg="add mod">
          <ac:chgData name="" userId="8bcc01cd6660d2ee" providerId="LiveId" clId="{149826F3-45F5-4894-AE8C-75C7D9E5DA65}" dt="2025-05-04T11:01:17.320" v="1872" actId="207"/>
          <ac:spMkLst>
            <pc:docMk/>
            <pc:sldMk cId="2842173889" sldId="261"/>
            <ac:spMk id="4" creationId="{95F18013-B26F-4443-B7BD-897D4FAC9B8B}"/>
          </ac:spMkLst>
        </pc:spChg>
      </pc:sldChg>
      <pc:sldChg chg="addSp modSp add">
        <pc:chgData name="" userId="8bcc01cd6660d2ee" providerId="LiveId" clId="{149826F3-45F5-4894-AE8C-75C7D9E5DA65}" dt="2025-05-04T11:29:20.773" v="1989" actId="14100"/>
        <pc:sldMkLst>
          <pc:docMk/>
          <pc:sldMk cId="185411666" sldId="262"/>
        </pc:sldMkLst>
        <pc:spChg chg="add mod">
          <ac:chgData name="" userId="8bcc01cd6660d2ee" providerId="LiveId" clId="{149826F3-45F5-4894-AE8C-75C7D9E5DA65}" dt="2025-05-04T11:19:00.762" v="1904" actId="27636"/>
          <ac:spMkLst>
            <pc:docMk/>
            <pc:sldMk cId="185411666" sldId="262"/>
            <ac:spMk id="2" creationId="{BD3A2552-BB08-4161-BCF2-6F8B07292FEB}"/>
          </ac:spMkLst>
        </pc:spChg>
        <pc:spChg chg="add mod">
          <ac:chgData name="" userId="8bcc01cd6660d2ee" providerId="LiveId" clId="{149826F3-45F5-4894-AE8C-75C7D9E5DA65}" dt="2025-05-04T11:24:05.287" v="1971" actId="27636"/>
          <ac:spMkLst>
            <pc:docMk/>
            <pc:sldMk cId="185411666" sldId="262"/>
            <ac:spMk id="3" creationId="{60DC1C54-B573-4818-9B0A-0A68F4532F64}"/>
          </ac:spMkLst>
        </pc:spChg>
        <pc:spChg chg="add mod">
          <ac:chgData name="" userId="8bcc01cd6660d2ee" providerId="LiveId" clId="{149826F3-45F5-4894-AE8C-75C7D9E5DA65}" dt="2025-05-04T11:25:02.191" v="1982" actId="1076"/>
          <ac:spMkLst>
            <pc:docMk/>
            <pc:sldMk cId="185411666" sldId="262"/>
            <ac:spMk id="4" creationId="{EB17E665-8CDD-424E-9D46-C6BB8CB8382C}"/>
          </ac:spMkLst>
        </pc:spChg>
        <pc:picChg chg="add mod">
          <ac:chgData name="" userId="8bcc01cd6660d2ee" providerId="LiveId" clId="{149826F3-45F5-4894-AE8C-75C7D9E5DA65}" dt="2025-05-04T11:29:20.773" v="1989" actId="14100"/>
          <ac:picMkLst>
            <pc:docMk/>
            <pc:sldMk cId="185411666" sldId="262"/>
            <ac:picMk id="5" creationId="{4CFC8D94-FF31-437C-8042-8784AD3102FA}"/>
          </ac:picMkLst>
        </pc:picChg>
      </pc:sldChg>
      <pc:sldChg chg="addSp modSp add">
        <pc:chgData name="" userId="8bcc01cd6660d2ee" providerId="LiveId" clId="{149826F3-45F5-4894-AE8C-75C7D9E5DA65}" dt="2025-05-04T11:48:18.034" v="2118" actId="1076"/>
        <pc:sldMkLst>
          <pc:docMk/>
          <pc:sldMk cId="2815837920" sldId="263"/>
        </pc:sldMkLst>
        <pc:spChg chg="add mod">
          <ac:chgData name="" userId="8bcc01cd6660d2ee" providerId="LiveId" clId="{149826F3-45F5-4894-AE8C-75C7D9E5DA65}" dt="2025-05-04T11:30:40.148" v="2029" actId="1076"/>
          <ac:spMkLst>
            <pc:docMk/>
            <pc:sldMk cId="2815837920" sldId="263"/>
            <ac:spMk id="2" creationId="{9C74165C-4BF1-4059-80EA-0725E8807430}"/>
          </ac:spMkLst>
        </pc:spChg>
        <pc:picChg chg="add mod">
          <ac:chgData name="" userId="8bcc01cd6660d2ee" providerId="LiveId" clId="{149826F3-45F5-4894-AE8C-75C7D9E5DA65}" dt="2025-05-04T11:48:18.034" v="2118" actId="1076"/>
          <ac:picMkLst>
            <pc:docMk/>
            <pc:sldMk cId="2815837920" sldId="263"/>
            <ac:picMk id="3" creationId="{C520CD38-EC30-4ADA-B343-E8C16F3EF755}"/>
          </ac:picMkLst>
        </pc:picChg>
      </pc:sldChg>
      <pc:sldChg chg="addSp delSp modSp add">
        <pc:chgData name="" userId="8bcc01cd6660d2ee" providerId="LiveId" clId="{149826F3-45F5-4894-AE8C-75C7D9E5DA65}" dt="2025-05-04T12:30:10.927" v="3256"/>
        <pc:sldMkLst>
          <pc:docMk/>
          <pc:sldMk cId="792459895" sldId="264"/>
        </pc:sldMkLst>
        <pc:spChg chg="add del mod">
          <ac:chgData name="" userId="8bcc01cd6660d2ee" providerId="LiveId" clId="{149826F3-45F5-4894-AE8C-75C7D9E5DA65}" dt="2025-05-04T12:15:45.495" v="2923"/>
          <ac:spMkLst>
            <pc:docMk/>
            <pc:sldMk cId="792459895" sldId="264"/>
            <ac:spMk id="2" creationId="{0BD93013-A573-4A2B-A30B-783AF2CE59BB}"/>
          </ac:spMkLst>
        </pc:spChg>
        <pc:spChg chg="add mod">
          <ac:chgData name="" userId="8bcc01cd6660d2ee" providerId="LiveId" clId="{149826F3-45F5-4894-AE8C-75C7D9E5DA65}" dt="2025-05-04T12:17:12.870" v="2942" actId="115"/>
          <ac:spMkLst>
            <pc:docMk/>
            <pc:sldMk cId="792459895" sldId="264"/>
            <ac:spMk id="3" creationId="{104720FB-E3DF-47C1-9117-5E8303512822}"/>
          </ac:spMkLst>
        </pc:spChg>
        <pc:spChg chg="add del mod">
          <ac:chgData name="" userId="8bcc01cd6660d2ee" providerId="LiveId" clId="{149826F3-45F5-4894-AE8C-75C7D9E5DA65}" dt="2025-05-04T12:30:10.927" v="3256"/>
          <ac:spMkLst>
            <pc:docMk/>
            <pc:sldMk cId="792459895" sldId="264"/>
            <ac:spMk id="4" creationId="{14E4EF35-A97D-484A-B0DC-683E2DA301B0}"/>
          </ac:spMkLst>
        </pc:spChg>
        <pc:picChg chg="add mod">
          <ac:chgData name="" userId="8bcc01cd6660d2ee" providerId="LiveId" clId="{149826F3-45F5-4894-AE8C-75C7D9E5DA65}" dt="2025-05-04T12:16:08.209" v="2930" actId="1076"/>
          <ac:picMkLst>
            <pc:docMk/>
            <pc:sldMk cId="792459895" sldId="264"/>
            <ac:picMk id="5" creationId="{C5783AFC-9CB1-4663-A764-E4A2D518E5F5}"/>
          </ac:picMkLst>
        </pc:picChg>
      </pc:sldChg>
      <pc:sldChg chg="addSp modSp add del">
        <pc:chgData name="" userId="8bcc01cd6660d2ee" providerId="LiveId" clId="{149826F3-45F5-4894-AE8C-75C7D9E5DA65}" dt="2025-05-04T11:37:34.297" v="2109" actId="2696"/>
        <pc:sldMkLst>
          <pc:docMk/>
          <pc:sldMk cId="613738524" sldId="265"/>
        </pc:sldMkLst>
        <pc:spChg chg="add mod">
          <ac:chgData name="" userId="8bcc01cd6660d2ee" providerId="LiveId" clId="{149826F3-45F5-4894-AE8C-75C7D9E5DA65}" dt="2025-05-04T11:33:33.511" v="2053" actId="14100"/>
          <ac:spMkLst>
            <pc:docMk/>
            <pc:sldMk cId="613738524" sldId="265"/>
            <ac:spMk id="2" creationId="{38A5CB39-88CA-425D-BFEA-4E209E3BA8A0}"/>
          </ac:spMkLst>
        </pc:spChg>
        <pc:spChg chg="add mod">
          <ac:chgData name="" userId="8bcc01cd6660d2ee" providerId="LiveId" clId="{149826F3-45F5-4894-AE8C-75C7D9E5DA65}" dt="2025-05-04T11:35:43.995" v="2108" actId="1076"/>
          <ac:spMkLst>
            <pc:docMk/>
            <pc:sldMk cId="613738524" sldId="265"/>
            <ac:spMk id="3" creationId="{6C7A23B6-AD12-4CB2-945B-E31285432921}"/>
          </ac:spMkLst>
        </pc:spChg>
      </pc:sldChg>
      <pc:sldChg chg="addSp delSp modSp add ord">
        <pc:chgData name="" userId="8bcc01cd6660d2ee" providerId="LiveId" clId="{149826F3-45F5-4894-AE8C-75C7D9E5DA65}" dt="2025-05-04T12:41:41.001" v="3385" actId="14100"/>
        <pc:sldMkLst>
          <pc:docMk/>
          <pc:sldMk cId="4210803371" sldId="265"/>
        </pc:sldMkLst>
        <pc:spChg chg="add mod">
          <ac:chgData name="" userId="8bcc01cd6660d2ee" providerId="LiveId" clId="{149826F3-45F5-4894-AE8C-75C7D9E5DA65}" dt="2025-05-04T12:17:26.587" v="2943" actId="115"/>
          <ac:spMkLst>
            <pc:docMk/>
            <pc:sldMk cId="4210803371" sldId="265"/>
            <ac:spMk id="2" creationId="{7A9068AF-A24C-48E5-8A60-DE519D029C1A}"/>
          </ac:spMkLst>
        </pc:spChg>
        <pc:spChg chg="add mod">
          <ac:chgData name="" userId="8bcc01cd6660d2ee" providerId="LiveId" clId="{149826F3-45F5-4894-AE8C-75C7D9E5DA65}" dt="2025-05-04T12:41:41.001" v="3385" actId="14100"/>
          <ac:spMkLst>
            <pc:docMk/>
            <pc:sldMk cId="4210803371" sldId="265"/>
            <ac:spMk id="3" creationId="{AC608702-95CD-4C44-8A81-84252813A78F}"/>
          </ac:spMkLst>
        </pc:spChg>
        <pc:spChg chg="add mod">
          <ac:chgData name="" userId="8bcc01cd6660d2ee" providerId="LiveId" clId="{149826F3-45F5-4894-AE8C-75C7D9E5DA65}" dt="2025-05-04T12:20:29.642" v="3026" actId="1076"/>
          <ac:spMkLst>
            <pc:docMk/>
            <pc:sldMk cId="4210803371" sldId="265"/>
            <ac:spMk id="6" creationId="{70139969-63C4-47A1-9847-EFFC00376185}"/>
          </ac:spMkLst>
        </pc:spChg>
        <pc:spChg chg="add mod">
          <ac:chgData name="" userId="8bcc01cd6660d2ee" providerId="LiveId" clId="{149826F3-45F5-4894-AE8C-75C7D9E5DA65}" dt="2025-05-04T12:21:00.938" v="3034" actId="20577"/>
          <ac:spMkLst>
            <pc:docMk/>
            <pc:sldMk cId="4210803371" sldId="265"/>
            <ac:spMk id="7" creationId="{88DD7FA1-171B-4E87-92EB-9F024AE5922A}"/>
          </ac:spMkLst>
        </pc:spChg>
        <pc:picChg chg="add mod">
          <ac:chgData name="" userId="8bcc01cd6660d2ee" providerId="LiveId" clId="{149826F3-45F5-4894-AE8C-75C7D9E5DA65}" dt="2025-05-04T12:31:43.906" v="3260" actId="1076"/>
          <ac:picMkLst>
            <pc:docMk/>
            <pc:sldMk cId="4210803371" sldId="265"/>
            <ac:picMk id="4" creationId="{7D4C52B7-34BE-4603-8D44-3F7B01CEFE0B}"/>
          </ac:picMkLst>
        </pc:picChg>
        <pc:picChg chg="add del">
          <ac:chgData name="" userId="8bcc01cd6660d2ee" providerId="LiveId" clId="{149826F3-45F5-4894-AE8C-75C7D9E5DA65}" dt="2025-05-04T12:18:24.478" v="2951" actId="478"/>
          <ac:picMkLst>
            <pc:docMk/>
            <pc:sldMk cId="4210803371" sldId="265"/>
            <ac:picMk id="5" creationId="{7DA39A5D-31CD-4057-BBA7-6897F989C6B8}"/>
          </ac:picMkLst>
        </pc:picChg>
        <pc:picChg chg="add mod">
          <ac:chgData name="" userId="8bcc01cd6660d2ee" providerId="LiveId" clId="{149826F3-45F5-4894-AE8C-75C7D9E5DA65}" dt="2025-05-04T12:31:56.638" v="3261" actId="1076"/>
          <ac:picMkLst>
            <pc:docMk/>
            <pc:sldMk cId="4210803371" sldId="265"/>
            <ac:picMk id="8" creationId="{9446AC80-8C50-43B6-A697-24065CF3159E}"/>
          </ac:picMkLst>
        </pc:picChg>
      </pc:sldChg>
      <pc:sldChg chg="addSp delSp modSp add">
        <pc:chgData name="" userId="8bcc01cd6660d2ee" providerId="LiveId" clId="{149826F3-45F5-4894-AE8C-75C7D9E5DA65}" dt="2025-05-04T13:03:52.910" v="3648" actId="255"/>
        <pc:sldMkLst>
          <pc:docMk/>
          <pc:sldMk cId="2637202203" sldId="266"/>
        </pc:sldMkLst>
        <pc:spChg chg="add mod">
          <ac:chgData name="" userId="8bcc01cd6660d2ee" providerId="LiveId" clId="{149826F3-45F5-4894-AE8C-75C7D9E5DA65}" dt="2025-05-04T12:52:48.169" v="3565" actId="1076"/>
          <ac:spMkLst>
            <pc:docMk/>
            <pc:sldMk cId="2637202203" sldId="266"/>
            <ac:spMk id="2" creationId="{94D83207-1DB1-4EB6-BACA-73089576DF13}"/>
          </ac:spMkLst>
        </pc:spChg>
        <pc:spChg chg="add del mod">
          <ac:chgData name="" userId="8bcc01cd6660d2ee" providerId="LiveId" clId="{149826F3-45F5-4894-AE8C-75C7D9E5DA65}" dt="2025-05-04T12:52:29.544" v="3561"/>
          <ac:spMkLst>
            <pc:docMk/>
            <pc:sldMk cId="2637202203" sldId="266"/>
            <ac:spMk id="3" creationId="{6B9EE8A2-DE6D-4D59-B21E-6282DBD6B696}"/>
          </ac:spMkLst>
        </pc:spChg>
        <pc:spChg chg="add mod">
          <ac:chgData name="" userId="8bcc01cd6660d2ee" providerId="LiveId" clId="{149826F3-45F5-4894-AE8C-75C7D9E5DA65}" dt="2025-05-04T13:03:52.910" v="3648" actId="255"/>
          <ac:spMkLst>
            <pc:docMk/>
            <pc:sldMk cId="2637202203" sldId="266"/>
            <ac:spMk id="4" creationId="{4C434F51-C3EE-4A2F-8561-AD8CBC14304E}"/>
          </ac:spMkLst>
        </pc:spChg>
        <pc:spChg chg="add mod">
          <ac:chgData name="" userId="8bcc01cd6660d2ee" providerId="LiveId" clId="{149826F3-45F5-4894-AE8C-75C7D9E5DA65}" dt="2025-05-04T13:01:48.340" v="3637" actId="20577"/>
          <ac:spMkLst>
            <pc:docMk/>
            <pc:sldMk cId="2637202203" sldId="266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2:53:00.012" v="3567" actId="1076"/>
          <ac:picMkLst>
            <pc:docMk/>
            <pc:sldMk cId="2637202203" sldId="266"/>
            <ac:picMk id="6" creationId="{0C227EC4-FF09-4C6B-AC20-5A14B9BF4FBE}"/>
          </ac:picMkLst>
        </pc:picChg>
      </pc:sldChg>
      <pc:sldChg chg="addSp modSp add">
        <pc:chgData name="" userId="8bcc01cd6660d2ee" providerId="LiveId" clId="{149826F3-45F5-4894-AE8C-75C7D9E5DA65}" dt="2025-05-04T12:40:29.415" v="3343" actId="1076"/>
        <pc:sldMkLst>
          <pc:docMk/>
          <pc:sldMk cId="2650021634" sldId="267"/>
        </pc:sldMkLst>
        <pc:spChg chg="add mod">
          <ac:chgData name="" userId="8bcc01cd6660d2ee" providerId="LiveId" clId="{149826F3-45F5-4894-AE8C-75C7D9E5DA65}" dt="2025-05-04T12:35:09.300" v="3291" actId="1076"/>
          <ac:spMkLst>
            <pc:docMk/>
            <pc:sldMk cId="2650021634" sldId="267"/>
            <ac:spMk id="2" creationId="{C35B8BC4-9D99-43C7-A0A6-AF12D05E8A70}"/>
          </ac:spMkLst>
        </pc:spChg>
        <pc:spChg chg="add mod">
          <ac:chgData name="" userId="8bcc01cd6660d2ee" providerId="LiveId" clId="{149826F3-45F5-4894-AE8C-75C7D9E5DA65}" dt="2025-05-04T12:40:24.770" v="3342" actId="1076"/>
          <ac:spMkLst>
            <pc:docMk/>
            <pc:sldMk cId="2650021634" sldId="267"/>
            <ac:spMk id="3" creationId="{A974E866-7E4C-40B3-947D-2975C5398D41}"/>
          </ac:spMkLst>
        </pc:spChg>
        <pc:spChg chg="add mod">
          <ac:chgData name="" userId="8bcc01cd6660d2ee" providerId="LiveId" clId="{149826F3-45F5-4894-AE8C-75C7D9E5DA65}" dt="2025-05-04T12:40:29.415" v="3343" actId="1076"/>
          <ac:spMkLst>
            <pc:docMk/>
            <pc:sldMk cId="2650021634" sldId="267"/>
            <ac:spMk id="5" creationId="{775558AF-9D8D-4E87-BFAC-3B06739941AD}"/>
          </ac:spMkLst>
        </pc:spChg>
        <pc:picChg chg="add mod">
          <ac:chgData name="" userId="8bcc01cd6660d2ee" providerId="LiveId" clId="{149826F3-45F5-4894-AE8C-75C7D9E5DA65}" dt="2025-05-04T12:40:03.486" v="3339" actId="14100"/>
          <ac:picMkLst>
            <pc:docMk/>
            <pc:sldMk cId="2650021634" sldId="267"/>
            <ac:picMk id="4" creationId="{78F94E19-7FE2-4143-A9AA-F65F7276D0D9}"/>
          </ac:picMkLst>
        </pc:picChg>
        <pc:picChg chg="add mod">
          <ac:chgData name="" userId="8bcc01cd6660d2ee" providerId="LiveId" clId="{149826F3-45F5-4894-AE8C-75C7D9E5DA65}" dt="2025-05-04T12:40:16.858" v="3341" actId="1076"/>
          <ac:picMkLst>
            <pc:docMk/>
            <pc:sldMk cId="2650021634" sldId="267"/>
            <ac:picMk id="6" creationId="{3F1FB3F1-DA83-40D7-B243-F6D5FBE53589}"/>
          </ac:picMkLst>
        </pc:picChg>
      </pc:sldChg>
      <pc:sldChg chg="addSp delSp modSp add">
        <pc:chgData name="" userId="8bcc01cd6660d2ee" providerId="LiveId" clId="{149826F3-45F5-4894-AE8C-75C7D9E5DA65}" dt="2025-05-04T13:23:59.098" v="3827" actId="255"/>
        <pc:sldMkLst>
          <pc:docMk/>
          <pc:sldMk cId="1737263703" sldId="268"/>
        </pc:sldMkLst>
        <pc:spChg chg="add mod">
          <ac:chgData name="" userId="8bcc01cd6660d2ee" providerId="LiveId" clId="{149826F3-45F5-4894-AE8C-75C7D9E5DA65}" dt="2025-05-04T13:13:07.135" v="3755" actId="1076"/>
          <ac:spMkLst>
            <pc:docMk/>
            <pc:sldMk cId="1737263703" sldId="268"/>
            <ac:spMk id="2" creationId="{05E70556-46A8-4088-B179-4DBEEE7A899B}"/>
          </ac:spMkLst>
        </pc:spChg>
        <pc:spChg chg="add del mod">
          <ac:chgData name="" userId="8bcc01cd6660d2ee" providerId="LiveId" clId="{149826F3-45F5-4894-AE8C-75C7D9E5DA65}" dt="2025-05-04T13:10:41.794" v="3744"/>
          <ac:spMkLst>
            <pc:docMk/>
            <pc:sldMk cId="1737263703" sldId="268"/>
            <ac:spMk id="3" creationId="{CFA6C849-BCD6-4025-A539-5C3187355775}"/>
          </ac:spMkLst>
        </pc:spChg>
        <pc:spChg chg="add mod">
          <ac:chgData name="" userId="8bcc01cd6660d2ee" providerId="LiveId" clId="{149826F3-45F5-4894-AE8C-75C7D9E5DA65}" dt="2025-05-04T13:13:34.698" v="3758" actId="12"/>
          <ac:spMkLst>
            <pc:docMk/>
            <pc:sldMk cId="1737263703" sldId="268"/>
            <ac:spMk id="4" creationId="{8E0998F4-3E7E-4049-8DCE-E8FB46D8E6D3}"/>
          </ac:spMkLst>
        </pc:spChg>
        <pc:spChg chg="add mod">
          <ac:chgData name="" userId="8bcc01cd6660d2ee" providerId="LiveId" clId="{149826F3-45F5-4894-AE8C-75C7D9E5DA65}" dt="2025-05-04T13:23:59.098" v="3827" actId="255"/>
          <ac:spMkLst>
            <pc:docMk/>
            <pc:sldMk cId="1737263703" sldId="268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13:56.958" v="3760" actId="1076"/>
          <ac:picMkLst>
            <pc:docMk/>
            <pc:sldMk cId="1737263703" sldId="268"/>
            <ac:picMk id="6" creationId="{03EA4578-58DF-4A41-B06D-039902CAFE37}"/>
          </ac:picMkLst>
        </pc:picChg>
      </pc:sldChg>
      <pc:sldChg chg="add del">
        <pc:chgData name="" userId="8bcc01cd6660d2ee" providerId="LiveId" clId="{149826F3-45F5-4894-AE8C-75C7D9E5DA65}" dt="2025-05-04T12:53:58.033" v="3572" actId="2696"/>
        <pc:sldMkLst>
          <pc:docMk/>
          <pc:sldMk cId="967539788" sldId="269"/>
        </pc:sldMkLst>
      </pc:sldChg>
      <pc:sldChg chg="addSp delSp modSp add">
        <pc:chgData name="" userId="8bcc01cd6660d2ee" providerId="LiveId" clId="{149826F3-45F5-4894-AE8C-75C7D9E5DA65}" dt="2025-05-04T13:03:44.703" v="3647" actId="255"/>
        <pc:sldMkLst>
          <pc:docMk/>
          <pc:sldMk cId="3664922201" sldId="270"/>
        </pc:sldMkLst>
        <pc:spChg chg="del mod">
          <ac:chgData name="" userId="8bcc01cd6660d2ee" providerId="LiveId" clId="{149826F3-45F5-4894-AE8C-75C7D9E5DA65}" dt="2025-05-04T12:57:29.484" v="3592" actId="478"/>
          <ac:spMkLst>
            <pc:docMk/>
            <pc:sldMk cId="3664922201" sldId="270"/>
            <ac:spMk id="2" creationId="{94D83207-1DB1-4EB6-BACA-73089576DF13}"/>
          </ac:spMkLst>
        </pc:spChg>
        <pc:spChg chg="mod">
          <ac:chgData name="" userId="8bcc01cd6660d2ee" providerId="LiveId" clId="{149826F3-45F5-4894-AE8C-75C7D9E5DA65}" dt="2025-05-04T13:03:44.703" v="3647" actId="255"/>
          <ac:spMkLst>
            <pc:docMk/>
            <pc:sldMk cId="3664922201" sldId="270"/>
            <ac:spMk id="4" creationId="{4C434F51-C3EE-4A2F-8561-AD8CBC14304E}"/>
          </ac:spMkLst>
        </pc:spChg>
        <pc:spChg chg="mod">
          <ac:chgData name="" userId="8bcc01cd6660d2ee" providerId="LiveId" clId="{149826F3-45F5-4894-AE8C-75C7D9E5DA65}" dt="2025-05-04T13:01:43.188" v="3635" actId="20577"/>
          <ac:spMkLst>
            <pc:docMk/>
            <pc:sldMk cId="3664922201" sldId="270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2:58:06.587" v="3597" actId="1076"/>
          <ac:picMkLst>
            <pc:docMk/>
            <pc:sldMk cId="3664922201" sldId="270"/>
            <ac:picMk id="5" creationId="{28AFFECC-8C53-4682-9F40-F4C119DF576B}"/>
          </ac:picMkLst>
        </pc:picChg>
        <pc:picChg chg="del">
          <ac:chgData name="" userId="8bcc01cd6660d2ee" providerId="LiveId" clId="{149826F3-45F5-4894-AE8C-75C7D9E5DA65}" dt="2025-05-04T12:54:34.458" v="3574" actId="478"/>
          <ac:picMkLst>
            <pc:docMk/>
            <pc:sldMk cId="3664922201" sldId="270"/>
            <ac:picMk id="6" creationId="{0C227EC4-FF09-4C6B-AC20-5A14B9BF4FBE}"/>
          </ac:picMkLst>
        </pc:picChg>
      </pc:sldChg>
      <pc:sldChg chg="add del">
        <pc:chgData name="" userId="8bcc01cd6660d2ee" providerId="LiveId" clId="{149826F3-45F5-4894-AE8C-75C7D9E5DA65}" dt="2025-05-04T12:57:58.874" v="3596" actId="2696"/>
        <pc:sldMkLst>
          <pc:docMk/>
          <pc:sldMk cId="1227573621" sldId="271"/>
        </pc:sldMkLst>
      </pc:sldChg>
      <pc:sldChg chg="addSp delSp modSp add">
        <pc:chgData name="" userId="8bcc01cd6660d2ee" providerId="LiveId" clId="{149826F3-45F5-4894-AE8C-75C7D9E5DA65}" dt="2025-05-04T13:03:03.491" v="3645" actId="1076"/>
        <pc:sldMkLst>
          <pc:docMk/>
          <pc:sldMk cId="2459820448" sldId="271"/>
        </pc:sldMkLst>
        <pc:spChg chg="mod">
          <ac:chgData name="" userId="8bcc01cd6660d2ee" providerId="LiveId" clId="{149826F3-45F5-4894-AE8C-75C7D9E5DA65}" dt="2025-05-04T13:02:51.344" v="3644" actId="403"/>
          <ac:spMkLst>
            <pc:docMk/>
            <pc:sldMk cId="2459820448" sldId="271"/>
            <ac:spMk id="4" creationId="{4C434F51-C3EE-4A2F-8561-AD8CBC14304E}"/>
          </ac:spMkLst>
        </pc:spChg>
        <pc:spChg chg="mod">
          <ac:chgData name="" userId="8bcc01cd6660d2ee" providerId="LiveId" clId="{149826F3-45F5-4894-AE8C-75C7D9E5DA65}" dt="2025-05-04T13:02:38.576" v="3643" actId="404"/>
          <ac:spMkLst>
            <pc:docMk/>
            <pc:sldMk cId="2459820448" sldId="271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3:03:03.491" v="3645" actId="1076"/>
          <ac:picMkLst>
            <pc:docMk/>
            <pc:sldMk cId="2459820448" sldId="271"/>
            <ac:picMk id="3" creationId="{4FF7971F-231F-41E6-828D-7ABB15358E15}"/>
          </ac:picMkLst>
        </pc:picChg>
        <pc:picChg chg="del">
          <ac:chgData name="" userId="8bcc01cd6660d2ee" providerId="LiveId" clId="{149826F3-45F5-4894-AE8C-75C7D9E5DA65}" dt="2025-05-04T12:59:13.176" v="3614" actId="478"/>
          <ac:picMkLst>
            <pc:docMk/>
            <pc:sldMk cId="2459820448" sldId="271"/>
            <ac:picMk id="5" creationId="{28AFFECC-8C53-4682-9F40-F4C119DF576B}"/>
          </ac:picMkLst>
        </pc:picChg>
      </pc:sldChg>
      <pc:sldChg chg="addSp delSp modSp add">
        <pc:chgData name="" userId="8bcc01cd6660d2ee" providerId="LiveId" clId="{149826F3-45F5-4894-AE8C-75C7D9E5DA65}" dt="2025-05-04T13:23:46.853" v="3826" actId="255"/>
        <pc:sldMkLst>
          <pc:docMk/>
          <pc:sldMk cId="3184580475" sldId="272"/>
        </pc:sldMkLst>
        <pc:spChg chg="del mod">
          <ac:chgData name="" userId="8bcc01cd6660d2ee" providerId="LiveId" clId="{149826F3-45F5-4894-AE8C-75C7D9E5DA65}" dt="2025-05-04T13:16:09.926" v="3774" actId="478"/>
          <ac:spMkLst>
            <pc:docMk/>
            <pc:sldMk cId="3184580475" sldId="272"/>
            <ac:spMk id="2" creationId="{05E70556-46A8-4088-B179-4DBEEE7A899B}"/>
          </ac:spMkLst>
        </pc:spChg>
        <pc:spChg chg="mod">
          <ac:chgData name="" userId="8bcc01cd6660d2ee" providerId="LiveId" clId="{149826F3-45F5-4894-AE8C-75C7D9E5DA65}" dt="2025-05-04T13:17:15.560" v="3787" actId="14100"/>
          <ac:spMkLst>
            <pc:docMk/>
            <pc:sldMk cId="3184580475" sldId="272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3:46.853" v="3826" actId="255"/>
          <ac:spMkLst>
            <pc:docMk/>
            <pc:sldMk cId="3184580475" sldId="272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0:00.344" v="3806" actId="1076"/>
          <ac:picMkLst>
            <pc:docMk/>
            <pc:sldMk cId="3184580475" sldId="272"/>
            <ac:picMk id="5" creationId="{21C35623-1800-4B67-971E-B6CCA8873F74}"/>
          </ac:picMkLst>
        </pc:picChg>
        <pc:picChg chg="del">
          <ac:chgData name="" userId="8bcc01cd6660d2ee" providerId="LiveId" clId="{149826F3-45F5-4894-AE8C-75C7D9E5DA65}" dt="2025-05-04T13:16:17.586" v="3776" actId="478"/>
          <ac:picMkLst>
            <pc:docMk/>
            <pc:sldMk cId="3184580475" sldId="272"/>
            <ac:picMk id="6" creationId="{03EA4578-58DF-4A41-B06D-039902CAFE37}"/>
          </ac:picMkLst>
        </pc:picChg>
      </pc:sldChg>
      <pc:sldChg chg="addSp delSp modSp add">
        <pc:chgData name="" userId="8bcc01cd6660d2ee" providerId="LiveId" clId="{149826F3-45F5-4894-AE8C-75C7D9E5DA65}" dt="2025-05-04T13:23:36.644" v="3825" actId="20577"/>
        <pc:sldMkLst>
          <pc:docMk/>
          <pc:sldMk cId="943612144" sldId="273"/>
        </pc:sldMkLst>
        <pc:spChg chg="mod">
          <ac:chgData name="" userId="8bcc01cd6660d2ee" providerId="LiveId" clId="{149826F3-45F5-4894-AE8C-75C7D9E5DA65}" dt="2025-05-04T13:21:34.159" v="3812" actId="255"/>
          <ac:spMkLst>
            <pc:docMk/>
            <pc:sldMk cId="943612144" sldId="273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3:36.644" v="3825" actId="20577"/>
          <ac:spMkLst>
            <pc:docMk/>
            <pc:sldMk cId="943612144" sldId="273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2:08.027" v="3818" actId="1076"/>
          <ac:picMkLst>
            <pc:docMk/>
            <pc:sldMk cId="943612144" sldId="273"/>
            <ac:picMk id="3" creationId="{C8645B58-AED8-43FC-925B-5BED4CBD6132}"/>
          </ac:picMkLst>
        </pc:picChg>
        <pc:picChg chg="del">
          <ac:chgData name="" userId="8bcc01cd6660d2ee" providerId="LiveId" clId="{149826F3-45F5-4894-AE8C-75C7D9E5DA65}" dt="2025-05-04T13:21:38.447" v="3813" actId="478"/>
          <ac:picMkLst>
            <pc:docMk/>
            <pc:sldMk cId="943612144" sldId="273"/>
            <ac:picMk id="5" creationId="{21C35623-1800-4B67-971E-B6CCA8873F74}"/>
          </ac:picMkLst>
        </pc:picChg>
      </pc:sldChg>
      <pc:sldChg chg="addSp delSp modSp add">
        <pc:chgData name="" userId="8bcc01cd6660d2ee" providerId="LiveId" clId="{149826F3-45F5-4894-AE8C-75C7D9E5DA65}" dt="2025-05-04T13:29:01.720" v="3916" actId="313"/>
        <pc:sldMkLst>
          <pc:docMk/>
          <pc:sldMk cId="4045767608" sldId="274"/>
        </pc:sldMkLst>
        <pc:spChg chg="mod">
          <ac:chgData name="" userId="8bcc01cd6660d2ee" providerId="LiveId" clId="{149826F3-45F5-4894-AE8C-75C7D9E5DA65}" dt="2025-05-04T13:26:37.716" v="3901" actId="6549"/>
          <ac:spMkLst>
            <pc:docMk/>
            <pc:sldMk cId="4045767608" sldId="274"/>
            <ac:spMk id="2" creationId="{05E70556-46A8-4088-B179-4DBEEE7A899B}"/>
          </ac:spMkLst>
        </pc:spChg>
        <pc:spChg chg="mod">
          <ac:chgData name="" userId="8bcc01cd6660d2ee" providerId="LiveId" clId="{149826F3-45F5-4894-AE8C-75C7D9E5DA65}" dt="2025-05-04T13:26:53.093" v="3902" actId="1076"/>
          <ac:spMkLst>
            <pc:docMk/>
            <pc:sldMk cId="4045767608" sldId="274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9:01.720" v="3916" actId="313"/>
          <ac:spMkLst>
            <pc:docMk/>
            <pc:sldMk cId="4045767608" sldId="274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7:16.977" v="3907" actId="1076"/>
          <ac:picMkLst>
            <pc:docMk/>
            <pc:sldMk cId="4045767608" sldId="274"/>
            <ac:picMk id="5" creationId="{92263C5B-C39A-4697-A08D-CD5C6A11B9DA}"/>
          </ac:picMkLst>
        </pc:picChg>
        <pc:picChg chg="del">
          <ac:chgData name="" userId="8bcc01cd6660d2ee" providerId="LiveId" clId="{149826F3-45F5-4894-AE8C-75C7D9E5DA65}" dt="2025-05-04T13:24:32.038" v="3829" actId="478"/>
          <ac:picMkLst>
            <pc:docMk/>
            <pc:sldMk cId="4045767608" sldId="274"/>
            <ac:picMk id="6" creationId="{03EA4578-58DF-4A41-B06D-039902CAFE37}"/>
          </ac:picMkLst>
        </pc:picChg>
      </pc:sldChg>
      <pc:sldChg chg="addSp delSp modSp add">
        <pc:chgData name="" userId="8bcc01cd6660d2ee" providerId="LiveId" clId="{149826F3-45F5-4894-AE8C-75C7D9E5DA65}" dt="2025-05-04T13:34:18.063" v="3953" actId="20577"/>
        <pc:sldMkLst>
          <pc:docMk/>
          <pc:sldMk cId="3888872778" sldId="275"/>
        </pc:sldMkLst>
        <pc:spChg chg="mod">
          <ac:chgData name="" userId="8bcc01cd6660d2ee" providerId="LiveId" clId="{149826F3-45F5-4894-AE8C-75C7D9E5DA65}" dt="2025-05-04T13:34:18.063" v="3953" actId="20577"/>
          <ac:spMkLst>
            <pc:docMk/>
            <pc:sldMk cId="3888872778" sldId="275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32:03.327" v="3936" actId="1076"/>
          <ac:spMkLst>
            <pc:docMk/>
            <pc:sldMk cId="3888872778" sldId="275"/>
            <ac:spMk id="7" creationId="{2871BFF8-DD73-4263-A35A-5890F1130B93}"/>
          </ac:spMkLst>
        </pc:spChg>
        <pc:picChg chg="del">
          <ac:chgData name="" userId="8bcc01cd6660d2ee" providerId="LiveId" clId="{149826F3-45F5-4894-AE8C-75C7D9E5DA65}" dt="2025-05-04T13:29:32.332" v="3918" actId="478"/>
          <ac:picMkLst>
            <pc:docMk/>
            <pc:sldMk cId="3888872778" sldId="275"/>
            <ac:picMk id="5" creationId="{92263C5B-C39A-4697-A08D-CD5C6A11B9DA}"/>
          </ac:picMkLst>
        </pc:picChg>
        <pc:picChg chg="add mod">
          <ac:chgData name="" userId="8bcc01cd6660d2ee" providerId="LiveId" clId="{149826F3-45F5-4894-AE8C-75C7D9E5DA65}" dt="2025-05-04T13:31:13.843" v="3932" actId="14100"/>
          <ac:picMkLst>
            <pc:docMk/>
            <pc:sldMk cId="3888872778" sldId="275"/>
            <ac:picMk id="6" creationId="{4E83BFDF-F598-4F3A-AA0E-37586ED6D325}"/>
          </ac:picMkLst>
        </pc:picChg>
      </pc:sldChg>
      <pc:sldChg chg="addSp delSp modSp add">
        <pc:chgData name="" userId="8bcc01cd6660d2ee" providerId="LiveId" clId="{149826F3-45F5-4894-AE8C-75C7D9E5DA65}" dt="2025-05-04T13:37:46.127" v="3971" actId="1076"/>
        <pc:sldMkLst>
          <pc:docMk/>
          <pc:sldMk cId="2696554082" sldId="276"/>
        </pc:sldMkLst>
        <pc:spChg chg="mod">
          <ac:chgData name="" userId="8bcc01cd6660d2ee" providerId="LiveId" clId="{149826F3-45F5-4894-AE8C-75C7D9E5DA65}" dt="2025-05-04T13:35:54.331" v="3959" actId="255"/>
          <ac:spMkLst>
            <pc:docMk/>
            <pc:sldMk cId="2696554082" sldId="276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37:46.127" v="3971" actId="1076"/>
          <ac:spMkLst>
            <pc:docMk/>
            <pc:sldMk cId="2696554082" sldId="276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37:04.803" v="3967" actId="1076"/>
          <ac:picMkLst>
            <pc:docMk/>
            <pc:sldMk cId="2696554082" sldId="276"/>
            <ac:picMk id="5" creationId="{2A080924-D6BB-4A4A-9C9E-791184A2FD72}"/>
          </ac:picMkLst>
        </pc:picChg>
        <pc:picChg chg="del">
          <ac:chgData name="" userId="8bcc01cd6660d2ee" providerId="LiveId" clId="{149826F3-45F5-4894-AE8C-75C7D9E5DA65}" dt="2025-05-04T13:34:58.603" v="3955" actId="478"/>
          <ac:picMkLst>
            <pc:docMk/>
            <pc:sldMk cId="2696554082" sldId="276"/>
            <ac:picMk id="6" creationId="{4E83BFDF-F598-4F3A-AA0E-37586ED6D325}"/>
          </ac:picMkLst>
        </pc:picChg>
      </pc:sldChg>
      <pc:sldChg chg="addSp delSp modSp add">
        <pc:chgData name="" userId="8bcc01cd6660d2ee" providerId="LiveId" clId="{149826F3-45F5-4894-AE8C-75C7D9E5DA65}" dt="2025-05-05T06:44:31.476" v="4878" actId="20577"/>
        <pc:sldMkLst>
          <pc:docMk/>
          <pc:sldMk cId="4275484879" sldId="277"/>
        </pc:sldMkLst>
        <pc:spChg chg="add mod">
          <ac:chgData name="" userId="8bcc01cd6660d2ee" providerId="LiveId" clId="{149826F3-45F5-4894-AE8C-75C7D9E5DA65}" dt="2025-05-05T06:44:31.476" v="4878" actId="20577"/>
          <ac:spMkLst>
            <pc:docMk/>
            <pc:sldMk cId="4275484879" sldId="277"/>
            <ac:spMk id="4" creationId="{8070C721-BCFC-4588-89AE-0020F360D961}"/>
          </ac:spMkLst>
        </pc:spChg>
        <pc:spChg chg="add mod">
          <ac:chgData name="" userId="8bcc01cd6660d2ee" providerId="LiveId" clId="{149826F3-45F5-4894-AE8C-75C7D9E5DA65}" dt="2025-05-05T06:19:52.608" v="4862" actId="20577"/>
          <ac:spMkLst>
            <pc:docMk/>
            <pc:sldMk cId="4275484879" sldId="277"/>
            <ac:spMk id="6" creationId="{E0BEB117-1166-4FDE-946A-C53A944BF30F}"/>
          </ac:spMkLst>
        </pc:spChg>
        <pc:picChg chg="add del mod">
          <ac:chgData name="" userId="8bcc01cd6660d2ee" providerId="LiveId" clId="{149826F3-45F5-4894-AE8C-75C7D9E5DA65}" dt="2025-05-05T06:14:39.010" v="4623" actId="478"/>
          <ac:picMkLst>
            <pc:docMk/>
            <pc:sldMk cId="4275484879" sldId="277"/>
            <ac:picMk id="3" creationId="{76713200-BBBC-4604-8290-24CD7080EF56}"/>
          </ac:picMkLst>
        </pc:picChg>
        <pc:picChg chg="add mod">
          <ac:chgData name="" userId="8bcc01cd6660d2ee" providerId="LiveId" clId="{149826F3-45F5-4894-AE8C-75C7D9E5DA65}" dt="2025-05-05T06:15:23.848" v="4630" actId="1076"/>
          <ac:picMkLst>
            <pc:docMk/>
            <pc:sldMk cId="4275484879" sldId="277"/>
            <ac:picMk id="5" creationId="{D1FB4EC5-2DAD-4E98-BE8F-55C87CB5EAC4}"/>
          </ac:picMkLst>
        </pc:picChg>
      </pc:sldChg>
      <pc:sldChg chg="addSp modSp add">
        <pc:chgData name="" userId="8bcc01cd6660d2ee" providerId="LiveId" clId="{149826F3-45F5-4894-AE8C-75C7D9E5DA65}" dt="2025-05-04T17:16:12.604" v="4270" actId="1076"/>
        <pc:sldMkLst>
          <pc:docMk/>
          <pc:sldMk cId="4023547219" sldId="278"/>
        </pc:sldMkLst>
        <pc:spChg chg="add mod">
          <ac:chgData name="" userId="8bcc01cd6660d2ee" providerId="LiveId" clId="{149826F3-45F5-4894-AE8C-75C7D9E5DA65}" dt="2025-05-04T17:11:35.668" v="4069" actId="20577"/>
          <ac:spMkLst>
            <pc:docMk/>
            <pc:sldMk cId="4023547219" sldId="278"/>
            <ac:spMk id="2" creationId="{4D7669D7-08FF-427B-AAD7-8E7E76AC9568}"/>
          </ac:spMkLst>
        </pc:spChg>
        <pc:spChg chg="add mod">
          <ac:chgData name="" userId="8bcc01cd6660d2ee" providerId="LiveId" clId="{149826F3-45F5-4894-AE8C-75C7D9E5DA65}" dt="2025-05-04T17:16:12.604" v="4270" actId="1076"/>
          <ac:spMkLst>
            <pc:docMk/>
            <pc:sldMk cId="4023547219" sldId="278"/>
            <ac:spMk id="4" creationId="{4AA1FD9A-30A9-4DA3-B1C4-6DC0609858CA}"/>
          </ac:spMkLst>
        </pc:spChg>
        <pc:picChg chg="add mod">
          <ac:chgData name="" userId="8bcc01cd6660d2ee" providerId="LiveId" clId="{149826F3-45F5-4894-AE8C-75C7D9E5DA65}" dt="2025-05-04T17:16:04.694" v="4269" actId="1076"/>
          <ac:picMkLst>
            <pc:docMk/>
            <pc:sldMk cId="4023547219" sldId="278"/>
            <ac:picMk id="3" creationId="{7A02DB3F-B4E9-4447-B8D6-70E9BBDCBF40}"/>
          </ac:picMkLst>
        </pc:picChg>
      </pc:sldChg>
      <pc:sldChg chg="addSp delSp modSp add">
        <pc:chgData name="" userId="8bcc01cd6660d2ee" providerId="LiveId" clId="{149826F3-45F5-4894-AE8C-75C7D9E5DA65}" dt="2025-05-04T17:45:10.391" v="4534" actId="1076"/>
        <pc:sldMkLst>
          <pc:docMk/>
          <pc:sldMk cId="3802979225" sldId="279"/>
        </pc:sldMkLst>
        <pc:spChg chg="add mod">
          <ac:chgData name="" userId="8bcc01cd6660d2ee" providerId="LiveId" clId="{149826F3-45F5-4894-AE8C-75C7D9E5DA65}" dt="2025-05-04T17:26:20.484" v="4329" actId="207"/>
          <ac:spMkLst>
            <pc:docMk/>
            <pc:sldMk cId="3802979225" sldId="279"/>
            <ac:spMk id="2" creationId="{D2F3454C-9E29-4502-8BF1-31A7A39FB2F8}"/>
          </ac:spMkLst>
        </pc:spChg>
        <pc:spChg chg="add del mod">
          <ac:chgData name="" userId="8bcc01cd6660d2ee" providerId="LiveId" clId="{149826F3-45F5-4894-AE8C-75C7D9E5DA65}" dt="2025-05-04T17:44:27.877" v="4527" actId="478"/>
          <ac:spMkLst>
            <pc:docMk/>
            <pc:sldMk cId="3802979225" sldId="279"/>
            <ac:spMk id="3" creationId="{4157EECA-0241-4531-B0DE-EEE74645541D}"/>
          </ac:spMkLst>
        </pc:spChg>
        <pc:spChg chg="add del">
          <ac:chgData name="" userId="8bcc01cd6660d2ee" providerId="LiveId" clId="{149826F3-45F5-4894-AE8C-75C7D9E5DA65}" dt="2025-05-04T17:27:40.597" v="4333"/>
          <ac:spMkLst>
            <pc:docMk/>
            <pc:sldMk cId="3802979225" sldId="279"/>
            <ac:spMk id="4" creationId="{C3CCB5D7-6E95-46B5-A36E-BCFD2EC905AE}"/>
          </ac:spMkLst>
        </pc:spChg>
        <pc:spChg chg="add del mod">
          <ac:chgData name="" userId="8bcc01cd6660d2ee" providerId="LiveId" clId="{149826F3-45F5-4894-AE8C-75C7D9E5DA65}" dt="2025-05-04T17:45:10.391" v="4534" actId="1076"/>
          <ac:spMkLst>
            <pc:docMk/>
            <pc:sldMk cId="3802979225" sldId="279"/>
            <ac:spMk id="5" creationId="{F118DD7D-3DBC-4CFD-AEE1-060F7C6EB96C}"/>
          </ac:spMkLst>
        </pc:spChg>
      </pc:sldChg>
      <pc:sldChg chg="add del">
        <pc:chgData name="" userId="8bcc01cd6660d2ee" providerId="LiveId" clId="{149826F3-45F5-4894-AE8C-75C7D9E5DA65}" dt="2025-05-05T06:23:42.864" v="4864" actId="2696"/>
        <pc:sldMkLst>
          <pc:docMk/>
          <pc:sldMk cId="200512823" sldId="280"/>
        </pc:sldMkLst>
      </pc:sldChg>
      <pc:sldChg chg="add del">
        <pc:chgData name="" userId="8bcc01cd6660d2ee" providerId="LiveId" clId="{149826F3-45F5-4894-AE8C-75C7D9E5DA65}" dt="2025-05-05T06:57:47.215" v="4886" actId="2696"/>
        <pc:sldMkLst>
          <pc:docMk/>
          <pc:sldMk cId="603422394" sldId="280"/>
        </pc:sldMkLst>
      </pc:sldChg>
      <pc:sldChg chg="add del">
        <pc:chgData name="" userId="8bcc01cd6660d2ee" providerId="LiveId" clId="{149826F3-45F5-4894-AE8C-75C7D9E5DA65}" dt="2025-05-05T06:57:08.863" v="4880" actId="2696"/>
        <pc:sldMkLst>
          <pc:docMk/>
          <pc:sldMk cId="2837233631" sldId="280"/>
        </pc:sldMkLst>
      </pc:sldChg>
      <pc:sldChg chg="addSp modSp add del">
        <pc:chgData name="" userId="8bcc01cd6660d2ee" providerId="LiveId" clId="{149826F3-45F5-4894-AE8C-75C7D9E5DA65}" dt="2025-05-04T17:47:49.125" v="4549" actId="2696"/>
        <pc:sldMkLst>
          <pc:docMk/>
          <pc:sldMk cId="3076624043" sldId="280"/>
        </pc:sldMkLst>
        <pc:spChg chg="add mod">
          <ac:chgData name="" userId="8bcc01cd6660d2ee" providerId="LiveId" clId="{149826F3-45F5-4894-AE8C-75C7D9E5DA65}" dt="2025-05-04T17:47:41.677" v="4548" actId="27636"/>
          <ac:spMkLst>
            <pc:docMk/>
            <pc:sldMk cId="3076624043" sldId="280"/>
            <ac:spMk id="2" creationId="{A932AE36-FD0C-4821-AB3C-DF917D35DD92}"/>
          </ac:spMkLst>
        </pc:spChg>
      </pc:sldChg>
      <pc:sldChg chg="add del">
        <pc:chgData name="" userId="8bcc01cd6660d2ee" providerId="LiveId" clId="{149826F3-45F5-4894-AE8C-75C7D9E5DA65}" dt="2025-05-05T06:23:48.331" v="4867" actId="2696"/>
        <pc:sldMkLst>
          <pc:docMk/>
          <pc:sldMk cId="3865122458" sldId="280"/>
        </pc:sldMkLst>
      </pc:sldChg>
      <pc:sldChg chg="add del">
        <pc:chgData name="" userId="8bcc01cd6660d2ee" providerId="LiveId" clId="{149826F3-45F5-4894-AE8C-75C7D9E5DA65}" dt="2025-05-05T06:57:39.657" v="4883" actId="2696"/>
        <pc:sldMkLst>
          <pc:docMk/>
          <pc:sldMk cId="362931235" sldId="281"/>
        </pc:sldMkLst>
      </pc:sldChg>
      <pc:sldMasterChg chg="delSldLayout">
        <pc:chgData name="" userId="8bcc01cd6660d2ee" providerId="LiveId" clId="{149826F3-45F5-4894-AE8C-75C7D9E5DA65}" dt="2025-05-05T06:23:42.865" v="4865" actId="2696"/>
        <pc:sldMasterMkLst>
          <pc:docMk/>
          <pc:sldMasterMk cId="0" sldId="2147483648"/>
        </pc:sldMasterMkLst>
        <pc:sldLayoutChg chg="del">
          <pc:chgData name="" userId="8bcc01cd6660d2ee" providerId="LiveId" clId="{149826F3-45F5-4894-AE8C-75C7D9E5DA65}" dt="2025-05-05T06:23:42.865" v="4865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" userId="8bcc01cd6660d2ee" providerId="LiveId" clId="{149826F3-45F5-4894-AE8C-75C7D9E5DA65}" dt="2025-05-04T17:52:41.505" v="4622" actId="2696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tharva-shirwalkar-5a507135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awantsahil19" TargetMode="External"/><Relationship Id="rId5" Type="http://schemas.openxmlformats.org/officeDocument/2006/relationships/hyperlink" Target="https://github.com/Atharva9912" TargetMode="External"/><Relationship Id="rId4" Type="http://schemas.openxmlformats.org/officeDocument/2006/relationships/hyperlink" Target="http://www.linkedin.com/in/sahil-sawant-0a13371b1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kewale.com/best-scooters-in-india/?sortField1=modelPopularity&amp;sortOrder1=desc&amp;fuelType=806" TargetMode="External"/><Relationship Id="rId2" Type="http://schemas.openxmlformats.org/officeDocument/2006/relationships/hyperlink" Target="https://www.bikewale.com/bestscootersinindia/?sortField1=modelPopularity&amp;sortOrder1=desc&amp;fuelType=80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58781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0A2FE9-DFF4-4044-BE8C-9D75523EFC08}"/>
              </a:ext>
            </a:extLst>
          </p:cNvPr>
          <p:cNvSpPr txBox="1"/>
          <p:nvPr/>
        </p:nvSpPr>
        <p:spPr>
          <a:xfrm>
            <a:off x="3225537" y="3054568"/>
            <a:ext cx="57409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Scraping, EDA &amp;</a:t>
            </a:r>
          </a:p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</a:p>
          <a:p>
            <a:pPr algn="ctr"/>
            <a:endParaRPr lang="en-US" sz="2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A6809F-4451-41EB-BA2C-5AA946B2787E}"/>
              </a:ext>
            </a:extLst>
          </p:cNvPr>
          <p:cNvSpPr txBox="1"/>
          <p:nvPr/>
        </p:nvSpPr>
        <p:spPr>
          <a:xfrm>
            <a:off x="3591612" y="5057480"/>
            <a:ext cx="4666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Sahil Sawant      |     Atharva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Shirwalkar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42284-0F5C-4A41-9C9D-90198BDF75AE}"/>
              </a:ext>
            </a:extLst>
          </p:cNvPr>
          <p:cNvSpPr txBox="1"/>
          <p:nvPr/>
        </p:nvSpPr>
        <p:spPr>
          <a:xfrm>
            <a:off x="443060" y="6182643"/>
            <a:ext cx="234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Mentored by:    Manisha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E0F07-3730-481B-BE66-A06DB130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91" y="4418976"/>
            <a:ext cx="2091216" cy="322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14154" y="1166862"/>
            <a:ext cx="9036855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Background ? </a:t>
            </a:r>
            <a:endParaRPr lang="en-IN" sz="16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Atharva Shirwalkar: Bachelor of Engineering (Mechanical)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Sahil Sawant:  </a:t>
            </a: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Bachelor of Engineering (Mechanical)</a:t>
            </a:r>
          </a:p>
          <a:p>
            <a:pPr lvl="0" algn="just"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did we</a:t>
            </a: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want to learn Data Science?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working professionals in the purchase and quality departments, we both had to deal with large amounts of data on daily basis.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profile required us to make data driven decisions for a smooth functionality of supply chain.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hands-on exposure gradually ignited our interest in understanding how data could be leveraged more efficiently and intelligently.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experiences helped us to find our passion in this profession.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Any work experience?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 Shirwalkar: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1.5+ Years Experience as </a:t>
            </a: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Quality Control Engineer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 Sawant: </a:t>
            </a:r>
            <a:r>
              <a:rPr lang="en-IN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2+ Years Experience as </a:t>
            </a: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Design and Purchase Engineer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16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16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16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 tooltip="https://www.linkedin.com/in/atharva-shirwalkar-5a5071350"/>
              </a:rPr>
              <a:t>https://www.linkedin.com/in/atharva-shirwalkar-5a5071350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Sahil’s 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http://www.linkedin.com/in/sahil-sawant-0a13371b1/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https://github.com/Atharva9912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Sahil’s 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https://github.com/sawantsahil19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us: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527F0C-E894-4C70-8A27-BFE1F112BED2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D05F9-8281-4D74-BF4B-448C13C3FE5A}"/>
              </a:ext>
            </a:extLst>
          </p:cNvPr>
          <p:cNvSpPr txBox="1"/>
          <p:nvPr/>
        </p:nvSpPr>
        <p:spPr>
          <a:xfrm flipH="1">
            <a:off x="358218" y="1045915"/>
            <a:ext cx="10774838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800"/>
            </a:lvl1pPr>
          </a:lstStyle>
          <a:p>
            <a:pPr>
              <a:lnSpc>
                <a:spcPct val="150000"/>
              </a:lnSpc>
            </a:pPr>
            <a:r>
              <a:rPr lang="en-US" sz="1600" dirty="0"/>
              <a:t>Given a dataset of two-wheeler specifications and customer ratings, how can we extract actionable insights about pricing, performance, and brand positioning to help buyers, manufacturers, and sellers make more informed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B4745-D0F7-4E09-9A6A-68959C764FA8}"/>
              </a:ext>
            </a:extLst>
          </p:cNvPr>
          <p:cNvSpPr txBox="1"/>
          <p:nvPr/>
        </p:nvSpPr>
        <p:spPr>
          <a:xfrm>
            <a:off x="358218" y="2233970"/>
            <a:ext cx="304538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Use Case Scenario: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27F92-2E90-434B-AA42-943ADC215444}"/>
              </a:ext>
            </a:extLst>
          </p:cNvPr>
          <p:cNvSpPr txBox="1"/>
          <p:nvPr/>
        </p:nvSpPr>
        <p:spPr>
          <a:xfrm>
            <a:off x="358218" y="2788126"/>
            <a:ext cx="754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Two-Wheeler Market Analysis for Informed Decision Making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9EBD7-F073-40BA-B6AA-434A34383BEA}"/>
              </a:ext>
            </a:extLst>
          </p:cNvPr>
          <p:cNvSpPr txBox="1"/>
          <p:nvPr/>
        </p:nvSpPr>
        <p:spPr>
          <a:xfrm flipH="1">
            <a:off x="358218" y="3119302"/>
            <a:ext cx="984242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/>
            </a:lvl1pPr>
          </a:lstStyle>
          <a:p>
            <a:pPr>
              <a:lnSpc>
                <a:spcPct val="150000"/>
              </a:lnSpc>
            </a:pPr>
            <a:r>
              <a:rPr lang="en-US" sz="1600" dirty="0"/>
              <a:t>A dealership aggregator wants to help users explore two-wheeler options not just by browsing, but by understanding trends in power, price, and brand performance using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28FD1-23E2-4F56-8642-89C56F18E635}"/>
              </a:ext>
            </a:extLst>
          </p:cNvPr>
          <p:cNvSpPr txBox="1"/>
          <p:nvPr/>
        </p:nvSpPr>
        <p:spPr>
          <a:xfrm>
            <a:off x="358218" y="4076170"/>
            <a:ext cx="304538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Target Users: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A7349-E83D-4634-A3CC-B1A80F575486}"/>
              </a:ext>
            </a:extLst>
          </p:cNvPr>
          <p:cNvSpPr txBox="1"/>
          <p:nvPr/>
        </p:nvSpPr>
        <p:spPr>
          <a:xfrm flipH="1">
            <a:off x="429338" y="4657411"/>
            <a:ext cx="9842421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/>
            </a:lvl1pPr>
          </a:lstStyle>
          <a:p>
            <a:pPr>
              <a:lnSpc>
                <a:spcPct val="150000"/>
              </a:lnSpc>
            </a:pPr>
            <a:r>
              <a:rPr lang="en-US" sz="1600" b="1" dirty="0"/>
              <a:t>Consumers</a:t>
            </a:r>
            <a:r>
              <a:rPr lang="en-US" sz="1600" dirty="0"/>
              <a:t> looking to compare bikes by price, power, and brand.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Dealerships</a:t>
            </a:r>
            <a:r>
              <a:rPr lang="en-US" sz="1600" dirty="0"/>
              <a:t> optimizing their inventory and pricing strategy.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Manufacturers</a:t>
            </a:r>
            <a:r>
              <a:rPr lang="en-US" sz="1600" dirty="0"/>
              <a:t> analyzing their brand’s position in the market relative to competitors.</a:t>
            </a:r>
          </a:p>
        </p:txBody>
      </p:sp>
    </p:spTree>
    <p:extLst>
      <p:ext uri="{BB962C8B-B14F-4D97-AF65-F5344CB8AC3E}">
        <p14:creationId xmlns:p14="http://schemas.microsoft.com/office/powerpoint/2010/main" val="130520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EC2D3E-0F54-43C6-B23E-95FE7094CB01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Objective: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18013-B26F-4443-B7BD-897D4FAC9B8B}"/>
              </a:ext>
            </a:extLst>
          </p:cNvPr>
          <p:cNvSpPr txBox="1"/>
          <p:nvPr/>
        </p:nvSpPr>
        <p:spPr>
          <a:xfrm>
            <a:off x="358218" y="1137200"/>
            <a:ext cx="10736502" cy="476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objective of this project is to perform exploratory data analysis and statistical visualization on a dataset of two-wheelers to uncover patterns and trends related to brand performance, pricing, engine power, and customer satisfaction. By conducting univariate and bivariate analysis, the goal is to enable data-driven insights that support better decision-making for consumers, manufacturers, and retailers in the motorcycle market.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100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Steps involved while performing Exploratory Data Analysis: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100000"/>
            </a:pPr>
            <a:r>
              <a:rPr lang="en-US" sz="1600" b="1" u="sng" dirty="0">
                <a:solidFill>
                  <a:srgbClr val="FF0000"/>
                </a:solidFill>
              </a:rPr>
              <a:t> 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1:  Data Scraping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2:  Data Cleaning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3:  Data Manipulation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4:  Univariate Analysis 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5:  Bivariate Analysis 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217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3A2552-BB08-4161-BCF2-6F8B07292FEB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Web Scraping Process: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C1C54-B573-4818-9B0A-0A68F4532F64}"/>
              </a:ext>
            </a:extLst>
          </p:cNvPr>
          <p:cNvSpPr txBox="1"/>
          <p:nvPr/>
        </p:nvSpPr>
        <p:spPr>
          <a:xfrm>
            <a:off x="358218" y="1036320"/>
            <a:ext cx="1958262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600" dirty="0">
                <a:solidFill>
                  <a:schemeClr val="tx1"/>
                </a:solidFill>
              </a:rPr>
              <a:t>Website:</a:t>
            </a:r>
          </a:p>
          <a:p>
            <a:endParaRPr lang="en-US" sz="1900" b="0" dirty="0">
              <a:solidFill>
                <a:schemeClr val="tx1"/>
              </a:solidFill>
              <a:hlinkClick r:id="rId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7E665-8CDD-424E-9D46-C6BB8CB8382C}"/>
              </a:ext>
            </a:extLst>
          </p:cNvPr>
          <p:cNvSpPr txBox="1"/>
          <p:nvPr/>
        </p:nvSpPr>
        <p:spPr>
          <a:xfrm flipH="1">
            <a:off x="622299" y="1664751"/>
            <a:ext cx="9464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https://www.bikewale.com/best-scooters-in-india/?sortField1=modelPopularity&amp;sortOrder1=desc&amp;fuelType=806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C8D94-FF31-437C-8042-8784AD310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11" y="2095951"/>
            <a:ext cx="8095429" cy="42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4165C-4BF1-4059-80EA-0725E8807430}"/>
              </a:ext>
            </a:extLst>
          </p:cNvPr>
          <p:cNvSpPr txBox="1"/>
          <p:nvPr/>
        </p:nvSpPr>
        <p:spPr>
          <a:xfrm>
            <a:off x="358218" y="20832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Summary of Data: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0CD38-EC30-4ADA-B343-E8C16F3E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04" y="1290320"/>
            <a:ext cx="10810591" cy="46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3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068AF-A24C-48E5-8A60-DE519D029C1A}"/>
              </a:ext>
            </a:extLst>
          </p:cNvPr>
          <p:cNvSpPr txBox="1"/>
          <p:nvPr/>
        </p:nvSpPr>
        <p:spPr>
          <a:xfrm>
            <a:off x="358218" y="97367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Renaming Column Headers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08702-95CD-4C44-8A81-84252813A78F}"/>
              </a:ext>
            </a:extLst>
          </p:cNvPr>
          <p:cNvSpPr txBox="1"/>
          <p:nvPr/>
        </p:nvSpPr>
        <p:spPr>
          <a:xfrm>
            <a:off x="358218" y="208329"/>
            <a:ext cx="918202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Steps performed in Exploratory Data Analysis: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C52B7-34BE-4603-8D44-3F7B01CE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" y="2695111"/>
            <a:ext cx="10971778" cy="436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139969-63C4-47A1-9847-EFFC00376185}"/>
              </a:ext>
            </a:extLst>
          </p:cNvPr>
          <p:cNvSpPr txBox="1"/>
          <p:nvPr/>
        </p:nvSpPr>
        <p:spPr>
          <a:xfrm>
            <a:off x="467360" y="1874785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Feature headers before renaming: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D7FA1-171B-4E87-92EB-9F024AE5922A}"/>
              </a:ext>
            </a:extLst>
          </p:cNvPr>
          <p:cNvSpPr txBox="1"/>
          <p:nvPr/>
        </p:nvSpPr>
        <p:spPr>
          <a:xfrm>
            <a:off x="467360" y="4127327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Feature headers after renaming: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6AC80-8C50-43B6-A697-24065CF3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8" y="4972736"/>
            <a:ext cx="11531600" cy="436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080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720FB-E3DF-47C1-9117-5E8303512822}"/>
              </a:ext>
            </a:extLst>
          </p:cNvPr>
          <p:cNvSpPr txBox="1"/>
          <p:nvPr/>
        </p:nvSpPr>
        <p:spPr>
          <a:xfrm>
            <a:off x="5760720" y="1169954"/>
            <a:ext cx="343146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2)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Handling of </a:t>
            </a:r>
            <a:r>
              <a:rPr lang="en-US" sz="2400" u="sng" dirty="0" err="1">
                <a:solidFill>
                  <a:schemeClr val="accent1">
                    <a:lumMod val="75000"/>
                  </a:schemeClr>
                </a:solidFill>
              </a:rPr>
              <a:t>NaN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 Values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E4EF35-A97D-484A-B0DC-683E2DA301B0}"/>
              </a:ext>
            </a:extLst>
          </p:cNvPr>
          <p:cNvSpPr txBox="1"/>
          <p:nvPr/>
        </p:nvSpPr>
        <p:spPr>
          <a:xfrm rot="10800000" flipV="1">
            <a:off x="5760720" y="1701904"/>
            <a:ext cx="5019040" cy="3903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 our dataset, these features had missing values.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Using IQR method, we checked for outliers in each of the features.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Accordingly, we filled the </a:t>
            </a:r>
            <a:r>
              <a:rPr lang="en-US" b="1" dirty="0" err="1"/>
              <a:t>NaN</a:t>
            </a:r>
            <a:r>
              <a:rPr lang="en-US" b="1" dirty="0"/>
              <a:t> values using statistical methods in Measures of Central Tendency such as mean, median and mode.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Outliers in our dataset were less than 5% and were valid and relevant to our analysis, so handling these outliers would have affected our final outcome.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83AFC-9CB1-4663-A764-E4A2D518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57" y="1467378"/>
            <a:ext cx="3941407" cy="35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5B8BC4-9D99-43C7-A0A6-AF12D05E8A70}"/>
              </a:ext>
            </a:extLst>
          </p:cNvPr>
          <p:cNvSpPr txBox="1"/>
          <p:nvPr/>
        </p:nvSpPr>
        <p:spPr>
          <a:xfrm>
            <a:off x="266778" y="28279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3)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Converting </a:t>
            </a:r>
            <a:r>
              <a:rPr lang="en-US" sz="2400" u="sng" dirty="0" err="1">
                <a:solidFill>
                  <a:schemeClr val="accent1">
                    <a:lumMod val="75000"/>
                  </a:schemeClr>
                </a:solidFill>
              </a:rPr>
              <a:t>DataTypes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4E866-7E4C-40B3-947D-2975C5398D41}"/>
              </a:ext>
            </a:extLst>
          </p:cNvPr>
          <p:cNvSpPr txBox="1"/>
          <p:nvPr/>
        </p:nvSpPr>
        <p:spPr>
          <a:xfrm flipH="1">
            <a:off x="425803" y="1476772"/>
            <a:ext cx="231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Before Conversion: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94E19-7FE2-4143-A9AA-F65F7276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8" y="2127149"/>
            <a:ext cx="4590493" cy="3379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5558AF-9D8D-4E87-BFAC-3B06739941AD}"/>
              </a:ext>
            </a:extLst>
          </p:cNvPr>
          <p:cNvSpPr txBox="1"/>
          <p:nvPr/>
        </p:nvSpPr>
        <p:spPr>
          <a:xfrm flipH="1">
            <a:off x="6092731" y="1476772"/>
            <a:ext cx="231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After Conversion: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FB3F1-DA83-40D7-B243-F6D5FBE53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731" y="2127148"/>
            <a:ext cx="5091021" cy="33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2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669D7-08FF-427B-AAD7-8E7E76AC9568}"/>
              </a:ext>
            </a:extLst>
          </p:cNvPr>
          <p:cNvSpPr txBox="1"/>
          <p:nvPr/>
        </p:nvSpPr>
        <p:spPr>
          <a:xfrm>
            <a:off x="266778" y="28279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3)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Final Dataset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2DB3F-B4E9-4447-B8D6-70E9BBDCB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52" y="1764873"/>
            <a:ext cx="10859295" cy="39078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A1FD9A-30A9-4DA3-B1C4-6DC0609858CA}"/>
              </a:ext>
            </a:extLst>
          </p:cNvPr>
          <p:cNvSpPr txBox="1"/>
          <p:nvPr/>
        </p:nvSpPr>
        <p:spPr>
          <a:xfrm rot="10800000" flipV="1">
            <a:off x="666352" y="839511"/>
            <a:ext cx="7698174" cy="456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After data cleaning and manipulation, this is how our dataset looked like. </a:t>
            </a:r>
          </a:p>
        </p:txBody>
      </p:sp>
    </p:spTree>
    <p:extLst>
      <p:ext uri="{BB962C8B-B14F-4D97-AF65-F5344CB8AC3E}">
        <p14:creationId xmlns:p14="http://schemas.microsoft.com/office/powerpoint/2010/main" val="4023547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83207-1DB1-4EB6-BACA-73089576DF13}"/>
              </a:ext>
            </a:extLst>
          </p:cNvPr>
          <p:cNvSpPr txBox="1"/>
          <p:nvPr/>
        </p:nvSpPr>
        <p:spPr>
          <a:xfrm>
            <a:off x="447040" y="490674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Data Visualization: </a:t>
            </a:r>
            <a:r>
              <a:rPr lang="en-US" sz="3600" dirty="0">
                <a:solidFill>
                  <a:schemeClr val="tx1"/>
                </a:solidFill>
              </a:rPr>
              <a:t>Univariate Analysis</a:t>
            </a: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34F51-C3EE-4A2F-8561-AD8CBC14304E}"/>
              </a:ext>
            </a:extLst>
          </p:cNvPr>
          <p:cNvSpPr txBox="1"/>
          <p:nvPr/>
        </p:nvSpPr>
        <p:spPr>
          <a:xfrm flipH="1">
            <a:off x="355600" y="8266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‘Ratings’ feature: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27EC4-FF09-4C6B-AC20-5A14B9BF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74" y="1247726"/>
            <a:ext cx="9946132" cy="3650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3E20AF-8F47-4142-A484-0F5833FF2599}"/>
              </a:ext>
            </a:extLst>
          </p:cNvPr>
          <p:cNvSpPr txBox="1"/>
          <p:nvPr/>
        </p:nvSpPr>
        <p:spPr>
          <a:xfrm>
            <a:off x="757174" y="5003425"/>
            <a:ext cx="66344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per the above plots, we can see that the data is left skewed.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 that most ratings lie between 4 to 5 showcasing general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outliers can be observed in the plots. The lack of low ratings may indicate limited negative reviews.</a:t>
            </a:r>
          </a:p>
        </p:txBody>
      </p:sp>
    </p:spTree>
    <p:extLst>
      <p:ext uri="{BB962C8B-B14F-4D97-AF65-F5344CB8AC3E}">
        <p14:creationId xmlns:p14="http://schemas.microsoft.com/office/powerpoint/2010/main" val="263720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34F51-C3EE-4A2F-8561-AD8CBC14304E}"/>
              </a:ext>
            </a:extLst>
          </p:cNvPr>
          <p:cNvSpPr txBox="1"/>
          <p:nvPr/>
        </p:nvSpPr>
        <p:spPr>
          <a:xfrm flipH="1">
            <a:off x="447040" y="3694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‘Engine Capacity’ feature: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E20AF-8F47-4142-A484-0F5833FF2599}"/>
              </a:ext>
            </a:extLst>
          </p:cNvPr>
          <p:cNvSpPr txBox="1"/>
          <p:nvPr/>
        </p:nvSpPr>
        <p:spPr>
          <a:xfrm>
            <a:off x="552704" y="4745453"/>
            <a:ext cx="79905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above plots we can deduce that most bikes have Engine Capacity between 100-400cc. These are usually commuter bikes mostly preferred for city riding.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bikes lie between 500-1200cc. (Mostly super sport, hyper sport and adventure tourer bikes)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some outliers can be observed, indicating lower frequency of 1500-2000cc bikes.(Mostly high-end cruiser bikes)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FFECC-8C53-4682-9F40-F4C119DF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2" y="916273"/>
            <a:ext cx="10206736" cy="375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22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34F51-C3EE-4A2F-8561-AD8CBC14304E}"/>
              </a:ext>
            </a:extLst>
          </p:cNvPr>
          <p:cNvSpPr txBox="1"/>
          <p:nvPr/>
        </p:nvSpPr>
        <p:spPr>
          <a:xfrm flipH="1">
            <a:off x="447040" y="3694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‘Mileage’ feature: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E20AF-8F47-4142-A484-0F5833FF2599}"/>
              </a:ext>
            </a:extLst>
          </p:cNvPr>
          <p:cNvSpPr txBox="1"/>
          <p:nvPr/>
        </p:nvSpPr>
        <p:spPr>
          <a:xfrm>
            <a:off x="552704" y="4857213"/>
            <a:ext cx="79905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Above plots indicate that most bikes in the Indian market offer a mileage of 30-40kmpl.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We can also observe that a decent no. of bikes have an average of 15-30kmpl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Few outliers on the right side indicate that, there are bikes offering mileage between 60-80kmpl. (Mostly commuter bikes)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7971F-231F-41E6-828D-7ABB1535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04" y="795288"/>
            <a:ext cx="10829544" cy="397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2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Data Visualization: </a:t>
            </a:r>
            <a:r>
              <a:rPr lang="en-US" sz="3600" dirty="0">
                <a:solidFill>
                  <a:schemeClr val="tx1"/>
                </a:solidFill>
              </a:rPr>
              <a:t>Bivariate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447040" y="656278"/>
            <a:ext cx="8971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Engine Capacity vs Mileage: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A4578-58DF-4A41-B06D-039902CA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086272"/>
            <a:ext cx="7853680" cy="5464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386064" y="1477365"/>
            <a:ext cx="3612896" cy="322248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From above plot we can see negative correlation.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indicates that higher the 'Engine capacity' of the bike, lower the mileage it offers and vice versa.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Generally it means that 'Mileage' is inversely proportional to the cubic capacity(cc) of the engine.</a:t>
            </a:r>
          </a:p>
        </p:txBody>
      </p:sp>
    </p:spTree>
    <p:extLst>
      <p:ext uri="{BB962C8B-B14F-4D97-AF65-F5344CB8AC3E}">
        <p14:creationId xmlns:p14="http://schemas.microsoft.com/office/powerpoint/2010/main" val="173726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447040" y="219398"/>
            <a:ext cx="1017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Engine Capacity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412576" y="1333009"/>
            <a:ext cx="3612896" cy="419198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typically shows engine performance relationship, meaning higher the 'Engine Capacity', higher the 'Horse Power'.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can also see an observation which shows a dip in 'Power' despite its 'Engine capacity' being higher than 1500cc; this is because those bikes fall under the 'Cruiser' segment which generally have higher 'cc' but lower 'bhp'.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35623-1800-4B67-971E-B6CCA887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8" y="870712"/>
            <a:ext cx="7945216" cy="55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8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447040" y="219398"/>
            <a:ext cx="1017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Horse Power vs Ex-Showroom Price: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412576" y="1333009"/>
            <a:ext cx="3612896" cy="3130152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plot clearly shows that powerful bikes have higher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Also, most of the clutter is in the price range of ₹0 to 10,00,000 which shows that you get up to 50bhp under the price range of ₹10Lakhs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 the bhp traverses from 50 to 200, the price gradually increases.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645B58-AED8-43FC-925B-5BED4CBD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8" y="801114"/>
            <a:ext cx="8010448" cy="52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12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Brand vs Ex-Showroom Price: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453120" y="903015"/>
            <a:ext cx="3612896" cy="454592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shows average Ex-Showroom Prices of each Brand.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'Harley-Davidson’, 'BMW’, 'Ducati' and 'Indian' come under the premium segment of bikes having average prices above ₹20,00,000.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'Triumph' and 'Moto Guzzi' fall under the sub-premium segment of bikes averaging prices between ₹10,00,000 to ₹20,00,000.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 of the bike brands come under the budget category.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63C5B-C39A-4697-A08D-CD5C6A11B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4" y="706107"/>
            <a:ext cx="7943596" cy="58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6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Brand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453120" y="781095"/>
            <a:ext cx="3612896" cy="486909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'BMW' and 'Ducati' lead the chart with bikes having average BHP above 120.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'Yamaha', 'Royal Enfield', and 'Honda' fall into a moderate power segment, suggesting a balance between affordability and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Vespa, Hero, Keeway, and TVS have lower average horsepower, indicating a focus on commuter or entry-level motorcycles, having smaller engine displacements and urban use cases.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3BFDF-F598-4F3A-AA0E-37586ED6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" y="706107"/>
            <a:ext cx="8278242" cy="57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72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Model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1BFF8-DD73-4263-A35A-5890F1130B93}"/>
              </a:ext>
            </a:extLst>
          </p:cNvPr>
          <p:cNvSpPr txBox="1"/>
          <p:nvPr/>
        </p:nvSpPr>
        <p:spPr>
          <a:xfrm>
            <a:off x="8368279" y="2610282"/>
            <a:ext cx="3612896" cy="163743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showcases top 10 motorcycle models based on their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80924-D6BB-4A4A-9C9E-791184A2F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1" y="1045045"/>
            <a:ext cx="7422306" cy="49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5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70C721-BCFC-4588-89AE-0020F360D961}"/>
              </a:ext>
            </a:extLst>
          </p:cNvPr>
          <p:cNvSpPr txBox="1"/>
          <p:nvPr/>
        </p:nvSpPr>
        <p:spPr>
          <a:xfrm flipH="1">
            <a:off x="367284" y="237576"/>
            <a:ext cx="10445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Count plot of Top 10 brands with most number of bikes in the market: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B4EC5-2DAD-4E98-BE8F-55C87CB5E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4" y="953152"/>
            <a:ext cx="6259759" cy="5667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BEB117-1166-4FDE-946A-C53A944BF30F}"/>
              </a:ext>
            </a:extLst>
          </p:cNvPr>
          <p:cNvSpPr txBox="1"/>
          <p:nvPr/>
        </p:nvSpPr>
        <p:spPr>
          <a:xfrm>
            <a:off x="7491586" y="2016393"/>
            <a:ext cx="3612896" cy="131427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plot showcases top 10 brands with most number of bikes in Indian market.</a:t>
            </a:r>
          </a:p>
        </p:txBody>
      </p:sp>
    </p:spTree>
    <p:extLst>
      <p:ext uri="{BB962C8B-B14F-4D97-AF65-F5344CB8AC3E}">
        <p14:creationId xmlns:p14="http://schemas.microsoft.com/office/powerpoint/2010/main" val="427548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3454C-9E29-4502-8BF1-31A7A39FB2F8}"/>
              </a:ext>
            </a:extLst>
          </p:cNvPr>
          <p:cNvSpPr txBox="1"/>
          <p:nvPr/>
        </p:nvSpPr>
        <p:spPr>
          <a:xfrm>
            <a:off x="447040" y="490674"/>
            <a:ext cx="2446989" cy="73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Conclusion: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18DD7D-3DBC-4CFD-AEE1-060F7C6E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82" y="1383400"/>
            <a:ext cx="962877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The bike market in the dataset is commuter-focused, but there’s a visible premium segment led by niche brands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Ducati, BMW, and Kawasaki which stand out in performance.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BHP and engine size correlate with price but inversely with mileage.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clear positive correlation between horsepower and ex-showroom price, confirming that higher-performance bikes tend to cost significantly more.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bikes received high ratings, indicating general customer satisfaction, though some lower-rated outliers suggest specific areas for improvement.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Budget-friendly brands (like Hero and TVS) offer lower horsepower at more affordable prices.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plots revealed price and rating outliers, helping identify potential flagship models or underperforming bikes.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Ratings can be a powerful qualitative indicator, especially for mid-range buyers.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979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1398</Words>
  <Application>Microsoft Office PowerPoint</Application>
  <PresentationFormat>Widescreen</PresentationFormat>
  <Paragraphs>138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Libre Baskerville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Sahil Sawant</cp:lastModifiedBy>
  <cp:revision>27</cp:revision>
  <dcterms:created xsi:type="dcterms:W3CDTF">2021-02-16T05:19:01Z</dcterms:created>
  <dcterms:modified xsi:type="dcterms:W3CDTF">2025-05-05T17:57:44Z</dcterms:modified>
</cp:coreProperties>
</file>